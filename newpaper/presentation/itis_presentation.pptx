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V1 (best verified)</c:v>
                </c:pt>
              </c:strCache>
            </c:strRef>
          </c:tx>
          <c:spPr>
            <a:solidFill>
              <a:srgbClr val="7777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GB10</c:v>
                  </c:pt>
                  <c:pt idx="1">
                    <c:v>RTX 4090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6921.83</c:v>
                </c:pt>
                <c:pt idx="1">
                  <c:v>8844.17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 V2 (best grid)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GB10</c:v>
                  </c:pt>
                  <c:pt idx="1">
                    <c:v>RTX 4090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4756.33</c:v>
                </c:pt>
                <c:pt idx="1">
                  <c:v>5435.5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777777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777777"/>
                    </a:solidFill>
                    <a:latin typeface="Arial"/>
                  </a:rPr>
                  <a:t>Wall time (ms, lower is better)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Reduction pass, % of GPU Layer-8 time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GB10</c:v>
                  </c:pt>
                  <c:pt idx="1">
                    <c:v>RTX 4090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4.6</c:v>
                </c:pt>
                <c:pt idx="1">
                  <c:v>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777777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777777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Accelerating Super-Resolution CNN Inference via GPU Spatial Reduction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Cross-Platform Study on Unified and Discrete Memory Architectures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18288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ITIS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Hamdani Ilham Latjoro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FSRCNN's last layer is both the compute bottleneck and a correctness hazard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8 does the upscaling: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9×9 transposed convolution across 56 channels, accumulated into one output plane, for 2× upscaling.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Disproportionate cost: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1–7 stay in low-resolution space; all upscaling work concentrates in Layer 8.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Parallelizing it is a dilemma: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shared accumulation races; mutexes/atomics bring severe contention.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Dong, Loy &amp; Tang (2016), FSRCNN, ECCV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multi-threaded accumulation corrupts output non-reproducibly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4" name="Image 0" descr="/Users/hamdaniilham/Thesis/Paper/newpaper/presentation/assets/correctness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1475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33631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V0 corrupted, 21.5 dB PSNR-Y / 0.767 SSIM — (c)/(d) V1 (CPU) and V2 (GPU) bit-identical to reference (a)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83923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32-thread run, three repeats: 4.75M / 5.01M / 5.04M bytes corrupted each time — never the same output twice.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2, frame 26, i9-14900K / RTX 4090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GPU offload fix the race — and go faster — without losing bit-exactness?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371600"/>
            <a:ext cx="6949440" cy="1371600"/>
          </a:xfrm>
          <a:prstGeom prst="roundRect">
            <a:avLst>
              <a:gd name="adj" fmla="val 6667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50876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Offload Layer 8's deconvolution and reduction to CUDA, executing Layers 1–7 on the CPU, and verify the GPU result is byte-identical to a deterministic CPU reference on every configuration.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two architecturally distinct platforms: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NVIDIA GB10 (unified memory) and an RTX 4090 desktop (discrete memory).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Privatize-then-reduce eliminates the race by writing to isolated per-channel buffers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variants compared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 (naive):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 accumulate directly into one shared buffer → races.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(CPU spatial reduction):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buffer, 56×352×288 doubles (43.3 MiB), each channel isolated; fixed-order reduction pass.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(GPU spatial reduction, proposed):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pattern, moved to CUDA — next slide.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move privatize-then-reduce onto the GPU with two custom CUDA kernels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4" name="Image 0" descr="/Users/hamdaniilham/Thesis/Paper/newpaper/presentation/assets/architectur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3000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1: deconv_kernel writes isolated channel planes; spatial_reduction_kernel sums them in fixed order.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warp-aligned 32×8 thread block maximizes memory coalescing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kernels, not cuDNN or atomicAdd: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atomicAdd's non-deterministic summation order across asynchronous warps breaks bit-exactness; cuDNN doesn't expose the per-channel buffers our verification needs.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Warp granularity is 32 threads: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16×16 block splits a warp across non-contiguous rows.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32×8 aligns every warp to one contiguous row: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32 threads issue into one memory transaction.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architecturally distinct platforms test whether the result generalizes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108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GB10 (ASUS GX10)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RTX 4090 Desktop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20-core ARM DynamIQ big.LITTLE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(10× X925 + 10× A725)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i9-14900K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P-core + 16 E-core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Blackwell, 48 SMs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Ada Lovelace, 128 SMs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 GB LPDDR5x, unified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 GB DDR + 24 GB GDDR6X, discrete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Interconnect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NVLink-C2C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PCIe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I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V0's race corrupts output non-reproducibly; V1/V2 are bit-exact by construction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 degrades non-monotonically: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 dB (GB10, 4 threads) to 68.6 dB (RTX 4090, 4 threads) to 23.0 dB at 32 threads.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68.6 dB is invisible — and still non-deterministic: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race a human reviewer would not notice by eye is exactly the case for determinism by construction.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and V2 verified byte-identical: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cmp -l, diff_bytes = 0, across every grid configuration tested.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IV-A, Table II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offload beats the fastest verified CPU baseline by 1.46× and 1.63×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8872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11887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1.46× on GB10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(31.5 FPS)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1.63× on RTX 4090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(27.6 FPS)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II, best-grid configuration (32×8_256)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Warp alignment cuts kernel time 23.4% and 17.4% on both GPUs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4" name="Image 0" descr="/Users/hamdaniilham/Thesis/Paper/newpaper/presentation/assets/warp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846320" cy="33914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0" y="146304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GB10: 696.5 → 533.2 ms (−23.4%)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4090: 437.1 → 360.9 ms (−17.4%)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isolates entirely to deconv_kernel; the reduction kernel is unchanged.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3, Section V-A / VI-C, Welch's t-test p &lt; 10⁻⁴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Determinism costs 4.6% of GPU time on GB10 but only 0.6% on RTX 4090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394960" y="1097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an L2-cache boundary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394960" y="14630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4090's 72 MB L2 holds the 43.3 MiB private buffer → reduction served from cache.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GB10 streams the buffer from unified DRAM at 95% of peak bandwidth → 10× costlier.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L2 story is currently inferred from bandwidth arithmetic, not measured directly (see Open Questions).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VI-D, Table III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output is bit-identical across two host ISAs and two GPU generations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7315200" cy="1554480"/>
          </a:xfrm>
          <a:prstGeom prst="roundRect">
            <a:avLst>
              <a:gd name="adj" fmla="val 5882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41732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cmp -l: 0 differing bytes.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digests match bit-for-bit across the ARM host / Blackwell GPU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x86 host / Ada Lovelace GPU runs.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strongest determinism test in the paper: different host instruction set, different GPU microarchitecture, same output.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VI-B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memory transfers 4.74× faster; discrete GPUs reduce 10× faster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46304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GB10 (unified)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RTX 4090 (discrete)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Winner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Device-to-host transfer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3.46 ms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16.42 ms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GB10, 4.74×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Spatial reduction kernel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26.32 ms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 ms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RTX 4090, 10.0×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architecture wins every stage: which memory model helps depends on whether the stage is transfer-bound or bandwidth-bound-and-cacheable.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VI-D, Table III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open questions the paper names as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competitive GPU baseline (atomicAdd, cuDNN)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Reasoned in the paper: both break bit-exactness or hide the buffers we verify — not run.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residency model is inferred, not measured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0" y="212140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21214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Nsight Compute profiling (L2 hit rate, throughput, occupancy) on both GPUs.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 / FP16 / BF16 trade-off is unmeasured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0" y="31729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31729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Reduced-precision Layer 8 variant built; throughput vs. PSNR-Y/SSIM trade-off to be measured.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VII — collect_ncu_profile.sh / collect_fp16_comparison.sh will supply the two pending numbers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GPU spatial reduction is deterministic by construction: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bit-exact vs. a verified CPU reference on every configuration, and bit-identical across two host ISAs and two GPU generations.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It is also faster: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1.46× (GB10, 31.5 FPS) and 1.63× (RTX 4090, 27.6 FPS) over the fastest verified CPU baseline.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Warp-aligned 32×8 blocks cut kernel time 23.4%/17.4%;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architecture picks the winner per stage — unified wins transfer, discrete wins the cacheable reduction.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Hamdani Ilham Latjoro  |  IEEE ITIS 2026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Dong, C., Loy, C.C., Tang, X. (2016). Accelerating the Super-Resolution CNN. ECCV.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Annisa, A., Adnan, A., Zainuddin, Z. (2025). Enhancing Computational Efficiency... FSRCNN on AMP Architecture. IEEE AIMS.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S. et al. (2020). High-Throughput CNN Inference on Embedded ARM big.LITTLE. IEEE TCAD.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Chetlur, S. et al. (2014). cuDNN: Efficient Primitives for Deep Learning. arXiv:1410.0759.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Chen, T. et al. (2018). TVM: An Automated End-to-End Optimizing Compiler for Deep Learning. USENIX OSDI.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Corp. CUDA C++ Programming Guide; Ada GPU Architecture Whitepaper; TensorRT Architecture Overview.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 — Anticipated Question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compare against atomicAdd or cuDNN?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atomicAdd: 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floating-point addition is non-associative; asynchronous warps race to accumulate in different orders, so results vary run to run — the opposite of what this paper needs.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cuDNN: 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for batched matmul; does not expose the isolated per-channel buffers our zero-race verification contract depends on.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 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throughput-only (not correctness) comparison against both remains useful to price determinism against an unconstrained baseline.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 — In Progress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Nsight Compute counters for deconv_kernel / spatial_reduction_kernel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PENDING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GB10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RTX 4090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hit rate (lts__t_sector_hit_rate.pct)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throughput (% of peak)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DRAM throughput (% of peak)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Achieved occupancy (sm__warps_active)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newpaper/plans/collect_ncu_profile.sh on both machines, then fill this table.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C — In Progress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bit-exact determinism cost against FP16/BF16?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PENDING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1828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L8 time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diff_bytes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PSNR-Y / SSIM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FP64 (paper's baseline)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533.19 ms (GB10)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(bit-exact)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∞ / 1.000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FP16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BF16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newpaper/plans/collect_fp16_comparison.sh on both machines, then fill this table.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2026-09-16T22:56:43Z</dcterms:created>
  <dcterms:modified xsi:type="dcterms:W3CDTF">2026-09-16T22:56:43Z</dcterms:modified>
</cp:coreProperties>
</file>