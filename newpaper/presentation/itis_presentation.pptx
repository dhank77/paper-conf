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CPU V1 (best verified)</c:v>
                </c:pt>
              </c:strCache>
            </c:strRef>
          </c:tx>
          <c:spPr>
            <a:solidFill>
              <a:srgbClr val="7777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GB10</c:v>
                  </c:pt>
                  <c:pt idx="1">
                    <c:v>RTX 4090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6921.83</c:v>
                </c:pt>
                <c:pt idx="1">
                  <c:v>8844.17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GPU V2 (best grid)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GB10</c:v>
                  </c:pt>
                  <c:pt idx="1">
                    <c:v>RTX 4090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4756.33</c:v>
                </c:pt>
                <c:pt idx="1">
                  <c:v>5435.5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777777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777777"/>
                    </a:solidFill>
                    <a:latin typeface="Arial"/>
                  </a:rPr>
                  <a:t>Wall time (ms, lower is better)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Reduction pass, % of GPU Layer-8 time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GB10</c:v>
                  </c:pt>
                  <c:pt idx="1">
                    <c:v>RTX 4090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4.6</c:v>
                </c:pt>
                <c:pt idx="1">
                  <c:v>0.6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777777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777777"/>
                    </a:solidFill>
                    <a:latin typeface="Arial"/>
                  </a:rPr>
                  <a:t>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777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Accelerating Super-Resolution CNN Inference via GPU Spatial Reduction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Cross-Platform Study on Unified and Discrete Memory Architectures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063240"/>
            <a:ext cx="1828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IEEE ITIS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M. Hamdani Ilham Latjoro, Adnan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Dept. of Informatics Engineering, Hasanuddin University, Makassar, Indonesia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FSRCNN's last layer is both the compute bottleneck and a correctness hazard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8 does the upscaling: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9×9 transposed convolution across 56 channels, accumulated into one output plane, for 2× upscaling.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Disproportionate cost: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Layers 1–7 stay in low-resolution space; all upscaling work concentrates in Layer 8.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Parallelizing it is a dilemma: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shared accumulation races; mutexes/atomics bring severe contention.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Dong, Loy &amp; Tang (2016), FSRCNN, ECCV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multi-threaded accumulation corrupts output non-reproducibly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pic>
        <p:nvPicPr>
          <p:cNvPr id="4" name="Image 0" descr="/Users/hamdaniilham/Thesis/Paper/newpaper/presentation/assets/correctness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147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336319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V0 corrupted, 21.5 dB PSNR-Y / 0.767 SSIM — (c)/(d) V1 (CPU) and V2 (GPU) bit-identical to reference (a)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839239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32-thread run, three repeats: 4.75M / 5.01M / 5.04M bytes corrupted each time — never the same output twice.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2, frame 26, i9-14900K / RTX 4090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GPU offload fix the race — and go faster — without losing bit-exactness?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1371600"/>
            <a:ext cx="6949440" cy="1371600"/>
          </a:xfrm>
          <a:prstGeom prst="roundRect">
            <a:avLst>
              <a:gd name="adj" fmla="val 6667"/>
            </a:avLst>
          </a:prstGeom>
          <a:solidFill>
            <a:srgbClr val="EBF3FA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508760"/>
            <a:ext cx="6583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Offload Layer 8's deconvolution and reduction to CUDA, executing Layers 1–7 on the CPU, and verify the GPU result is byte-identical to a deterministic CPU reference on every configuration.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on two architecturally distinct platforms: </a:t>
            </a:r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NVIDIA GB10 (unified memory) and an RTX 4090 desktop (discrete memory).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Privatize-then-reduce eliminates the race by writing to isolated per-channel buffers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variants compared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 (naive):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threads accumulate directly into one shared buffer → races.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(CPU spatial reduction):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buffer, 56×352×288 doubles (43.3 MiB), each channel isolated; fixed-order reduction pass.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(GPU spatial reduction, proposed):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pattern, moved to CUDA — next slide.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move privatize-then-reduce onto the GPU with two custom CUDA kernels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pic>
        <p:nvPicPr>
          <p:cNvPr id="4" name="Image 0" descr="/Users/hamdaniilham/Thesis/Paper/newpaper/presentation/assets/architectur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00021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1: deconv_kernel writes isolated channel planes; spatial_reduction_kernel sums them in fixed order.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warp-aligned 32×8 thread block maximizes memory coalescing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kernels, not cuDNN or atomicAdd: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atomicAdd's non-deterministic summation order across asynchronous warps breaks bit-exactness; cuDNN doesn't expose the per-channel buffers our verification needs.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Warp granularity is 32 threads: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16×16 block splits a warp across non-contiguous rows.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32×8 aligns every warp to one contiguous row: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32 threads issue into one memory transaction.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architecturally distinct platforms test whether the result generalizes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10896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GB10 (ASUS GX10)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4090 Desktop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20-core ARM DynamIQ big.LITTLE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(10× X925 + 10× A725)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i9-14900K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P-core + 16 E-core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Blackwell, 48 SMs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Ada Lovelace, 128 SMs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GB LPDDR5x, unified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GB DDR + 24 GB GDDR6X, discrete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Interconnect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NVLink-C2C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PCIe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I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V0's race corrupts output non-reproducibly; V1/V2 are bit-exact by construction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take away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 degrades non-monotonically: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13.8 dB (GB10, 4 threads) to 68.6 dB (RTX 4090, 4 threads) to 23.0 dB at 32 threads.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68.6 dB is invisible — and still non-deterministic: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race a human reviewer would not notice by eye is exactly the case for determinism by construction.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and V2 verified byte-identical: 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cmp -l, diff_bytes = 0, across every grid configuration tested.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IV-A, Table II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offload beats the fastest verified CPU baseline by 1.46× and 1.63×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4937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18872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FFF2CC"/>
          </a:solidFill>
          <a:ln w="12700">
            <a:solidFill>
              <a:srgbClr val="E6C8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760720" y="1188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1.46× on GB10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(31.5 FPS)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1.63× on RTX 4090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7A5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(27.6 FPS)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II, best-grid configuration (32×8_256)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Warp alignment cuts kernel time 23.4% and 17.4% on both GPUs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pic>
        <p:nvPicPr>
          <p:cNvPr id="4" name="Image 0" descr="/Users/hamdaniilham/Thesis/Paper/newpaper/presentation/assets/warp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846320" cy="339140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0" y="1097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take away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0" y="146304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GB10: 696.5 → 533.2 ms (−23.4%)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RTX 4090: 437.1 → 360.9 ms (−17.4%)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 isolates entirely to deconv_kernel; the reduction kernel is unchanged.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Fig. 3, Section V-A / VI-C, Welch's t-test p &lt; 10⁻⁴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Determinism costs 4.6% of GPU time on GB10 but only 0.6% on RTX 4090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394960" y="10972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a memory-bandwidth boundary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394960" y="1463040"/>
            <a:ext cx="3291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GB10 streams the 43.3 MiB private buffer from unified DRAM at 95% of peak bandwidth.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RTX 4090's reduction is 10× faster — but measured hardware counters rule out L2 caching as the reason (next slide).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platforms are bandwidth-bound; the gap tracks raw memory throughput, not cache residency.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IV-D, Table III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L2 hit rate rules out cache residency as the reduction speedup's cause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164592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 (spatial_reduction_kernel)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GB10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 hit rate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Memory-pipeline throughput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11.4% of peak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90.5% of peak (DRAM)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Achieved occupancy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84.5%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49.0%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01752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platforms score under 3% L2 hit rate: 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private buffer is not cache-resident on either GPU, contradicting our initial bandwidth-arithmetic inference.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question: </a:t>
            </a:r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RTX 4090's reduction still runs at 2.5× its own GDDR6X peak bandwidth. We measure this; we do not yet explain it.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Nsight Compute (ncu), lts__t_sector_hit_rate.pct — Section IV-E, Section VII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output is bit-identical across two host ISAs and two GPU generations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280160"/>
            <a:ext cx="7315200" cy="1554480"/>
          </a:xfrm>
          <a:prstGeom prst="roundRect">
            <a:avLst>
              <a:gd name="adj" fmla="val 5882"/>
            </a:avLst>
          </a:prstGeom>
          <a:solidFill>
            <a:srgbClr val="EBF3FA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4173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cmp -l: 0 differing bytes.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digests match bit-for-bit across the ARM host / Blackwell GPU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x86 host / Ada Lovelace GPU runs.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strongest determinism test in the paper: different host instruction set, different GPU microarchitecture, same output.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VI-B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memory transfers 4.74× faster; discrete GPUs reduce 10× faster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146304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GB10 (unified)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4090 (discrete)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Winner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Device-to-host transfer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 ms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16.42 ms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GB10, 4.74×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Spatial reduction kernel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26.32 ms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 ms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4090, 10.0×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architecture wins every stage: which memory model helps depends on whether the stage is transfer-bound or streaming-bandwidth-bound.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IV-D, Table III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open questions remain after measurement; one baseline was reasoned, not run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competitive GPU baseline (atomicAdd, cuDNN)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Reasoned in the paper: both break bit-exactness or hide the buffers we verify — not run.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RTX 4090 exceed its own GDDR6X peak by 2.5×?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0" y="2258568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0" y="22585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hit rate measured at 2.1% (Nsight Compute) — rules out caching, mechanism still open.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FP32 / FP16 / BF16 trade-off is partially measured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0" y="3310128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331012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measured (PSNR-Y, SSIM); throughput comparison inconclusive — see Appendix C.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Sections IV-E and VII — collect_ncu_profile.sh / collect_fp16_comparison.sh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640080"/>
            <a:ext cx="82296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GPU spatial reduction is deterministic by construction: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bit-exact vs. a verified CPU reference on every configuration, and bit-identical across two host ISAs and two GPU generations.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It is also faster: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1.46× (GB10, 31.5 FPS) and 1.63× (RTX 4090, 27.6 FPS) over the fastest verified CPU baseline.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Warp-aligned 32×8 blocks cut kernel time 23.4%/17.4%;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architecture picks the winner per stage — unified wins transfer, discrete wins the bandwidth-bound reduction by raw throughput, not caching.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M. Hamdani Ilham Latjoro, Adnan  |  Hasanuddin University  |  IEEE ITIS 2026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Dong, C., Loy, C.C., Tang, X. (2016). Accelerating the Super-Resolution CNN. ECCV.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Annisa, A., Adnan, A., Zainuddin, Z. (2025). Enhancing Computational Efficiency... FSRCNN on AMP Architecture. IEEE AIMS.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Wang, S. et al. (2020). High-Throughput CNN Inference on Embedded ARM big.LITTLE. IEEE TCAD.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Chetlur, S. et al. (2014). cuDNN: Efficient Primitives for Deep Learning. arXiv:1410.0759.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Chen, T. et al. (2018). TVM: An Automated End-to-End Optimizing Compiler for Deep Learning. USENIX OSDI.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Corp. CUDA C++ Programming Guide; Ada GPU Architecture Whitepaper; TensorRT Architecture Overview.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— Anticipated Question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compare against atomicAdd or cuDNN?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atomicAdd: </a:t>
            </a:r>
            <a:pPr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floating-point addition is non-associative; asynchronous warps race to accumulate in different orders, so results vary run to run — the opposite of what this paper needs.</a:t>
            </a:r>
            <a:endParaRPr lang="en-US" sz="19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cuDNN: </a:t>
            </a:r>
            <a:pPr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optimizes for batched matmul; does not expose the isolated per-channel buffers our zero-race verification contract depends on.</a:t>
            </a:r>
            <a:endParaRPr lang="en-US" sz="19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work: </a:t>
            </a:r>
            <a:pPr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throughput-only (not correctness) comparison against both remains useful to price determinism against an unconstrained baseline.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 — Measured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Nsight Compute counters for deconv_kernel / spatial_reduction_kernel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01168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Kernel / Metric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4090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deconv_kernel — L2 hit rate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deconv_kernel — occupancy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spatial_reduction — L2 hit rate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spatial_reduction — mem. throughput*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90.5% (DRAM)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spatial_reduction — occupancy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5661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*GB10 exposes no dram__throughput counter (no discrete DRAM/FBPA partition on this unified-memory chip, confirmed via ncu --query-metrics); gpu__compute_memory_throughput substitutes as the closest available metric, not a like-for-like number vs. RTX 4090's dram__throughput.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ncu --launch-count 57 (1 frame), winning 32×8 grid — newpaper/plans/collect_ncu_profile.sh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 — Partially Measured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FP16/BF16: accuracy measured, throughput inconclusive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146304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diff_bytes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PSNR-Y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SSIM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FP64 (paper's baseline)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(bit-exact)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∞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1.000000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FP16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339,712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64.64 dB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0.999859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BF16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2,844,668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55.40 dB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0.998824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880360"/>
            <a:ext cx="1920240" cy="292608"/>
          </a:xfrm>
          <a:prstGeom prst="roundRect">
            <a:avLst>
              <a:gd name="adj" fmla="val 156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28803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THROUGHPUT: INCONCLUSIVE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FP16 is far more accurate than BF16 here: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FP16's 10-bit mantissa outperforms BF16's 7-bit mantissa when the data doesn't need BF16's extra exponent range.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diff_bytes and PSNR-Y are identical on GB10 and RTX 4090 — determinism holds even at reduced precision.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Kernel-time numbers are excluded: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implementation converts precision on the host per-channel, which dominates the measured GPU-time window — not a real GPU speed comparison.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collect_fp16_comparison.sh, both platforms, grid 32×8_256 — quality numbers only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2026-09-17T22:03:57Z</dcterms:created>
  <dcterms:modified xsi:type="dcterms:W3CDTF">2026-09-17T22:03:57Z</dcterms:modified>
</cp:coreProperties>
</file>